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Taskly onboarding for new managers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5-minute guide to running your team's 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Create your team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columns for To do, In progress and Done. Invite your team from Settings.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Assign every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task gets one owner and a due date, so nothing falls through the cracks.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Review weekly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Reports every Friday to spot overdue tasks and unblock your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